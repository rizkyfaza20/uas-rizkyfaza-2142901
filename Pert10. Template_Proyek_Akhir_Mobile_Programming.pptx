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3392" y="748531"/>
            <a:ext cx="6297216" cy="36464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88" y="1177156"/>
            <a:ext cx="428625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09142" y="2197847"/>
            <a:ext cx="572571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Jabar Weather Index</a:t>
            </a:r>
            <a:endParaRPr lang="en-US" sz="3300" dirty="0"/>
          </a:p>
        </p:txBody>
      </p:sp>
      <p:sp>
        <p:nvSpPr>
          <p:cNvPr id="6" name="Text 2"/>
          <p:cNvSpPr/>
          <p:nvPr/>
        </p:nvSpPr>
        <p:spPr>
          <a:xfrm>
            <a:off x="1709142" y="2944788"/>
            <a:ext cx="572571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Aplikasi Mobile Informasi Cuaca &amp; Indeks Kenyamanan untuk Warga Jawa Barat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548658" y="3453780"/>
            <a:ext cx="20466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Rizky Faza / 2142901 / Mobile Programming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09142" y="3809181"/>
            <a:ext cx="57257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Proyek Akhir Mobile Programming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Latar Belakang &amp; Rumusan Masalah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850106"/>
            <a:ext cx="4000500" cy="32146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83171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1544" y="1064419"/>
            <a:ext cx="133945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2938" y="1416248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Jawa Barat memiliki wilayah pegunungan, perkotaan, dan pesisir dengan kondisi cuaca yang cepat berubah.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42938" y="1934840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Warga membutuhkan informasi suhu, kelembaban, angin, dan kondisi harian yang mudah dibaca dari perangkat mobile.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714875" y="850106"/>
            <a:ext cx="4000500" cy="32146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083171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07794" y="1064419"/>
            <a:ext cx="13716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Masalah Utama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29188" y="1416248"/>
            <a:ext cx="3571875" cy="35004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Informasi cuaca umum sering tidak memberi konteks khusus untuk aktivitas warga Jawa Barat.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929188" y="1873448"/>
            <a:ext cx="3571875" cy="35004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Pengguna perlu membandingkan kondisi antarwilayah seperti Bandung, Bogor, Bekasi, Cirebon, dan Indramayu.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929188" y="2330648"/>
            <a:ext cx="3571875" cy="35004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teknis seperti suhu dan kelembaban perlu diterjemahkan menjadi indeks kenyamanan dan saran aktivitas.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416248"/>
            <a:ext cx="128588" cy="128588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873448"/>
            <a:ext cx="128588" cy="128588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2330648"/>
            <a:ext cx="128588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Tujuan &amp; Manfaat Proyek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850106"/>
            <a:ext cx="2619356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452553" y="1064419"/>
            <a:ext cx="571500" cy="57150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03" y="1235869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7219" y="1778794"/>
            <a:ext cx="226216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Tujuan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2148483"/>
            <a:ext cx="100013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8669" y="2112764"/>
            <a:ext cx="2090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Membangun aplikasi React Native untuk menampilkan cuaca real-time dan analisis regional Jawa Barat.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671372"/>
            <a:ext cx="100013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8669" y="2635653"/>
            <a:ext cx="2090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Menyajikan data cuaca menjadi informasi praktis: indeks kenyamanan, profil geografis, dan rekomendasi aktivitas.</a:t>
            </a:r>
            <a:endParaRPr lang="en-US" sz="850" dirty="0"/>
          </a:p>
        </p:txBody>
      </p:sp>
      <p:sp>
        <p:nvSpPr>
          <p:cNvPr id="12" name="Shape 6"/>
          <p:cNvSpPr/>
          <p:nvPr/>
        </p:nvSpPr>
        <p:spPr>
          <a:xfrm>
            <a:off x="3262294" y="850106"/>
            <a:ext cx="2619384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7"/>
          <p:cNvSpPr/>
          <p:nvPr/>
        </p:nvSpPr>
        <p:spPr>
          <a:xfrm>
            <a:off x="4286222" y="1064419"/>
            <a:ext cx="571500" cy="57150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385" y="1235869"/>
            <a:ext cx="257175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440888" y="1778794"/>
            <a:ext cx="226219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Manfaat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888" y="2148483"/>
            <a:ext cx="100013" cy="1000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612338" y="2112764"/>
            <a:ext cx="2090747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Warga dapat mengambil keputusan harian seperti membawa payung, membatasi aktivitas panas, atau memilih waktu bepergian.</a:t>
            </a:r>
            <a:endParaRPr lang="en-US" sz="8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0888" y="2671372"/>
            <a:ext cx="100013" cy="1000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612338" y="2635653"/>
            <a:ext cx="2090747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Informasi cuaca menjadi lebih cepat diakses melalui navigasi mobile yang sederhana.</a:t>
            </a:r>
            <a:endParaRPr lang="en-US" sz="850" dirty="0"/>
          </a:p>
        </p:txBody>
      </p:sp>
      <p:sp>
        <p:nvSpPr>
          <p:cNvPr id="20" name="Shape 11"/>
          <p:cNvSpPr/>
          <p:nvPr/>
        </p:nvSpPr>
        <p:spPr>
          <a:xfrm>
            <a:off x="6095991" y="850106"/>
            <a:ext cx="2619356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2"/>
          <p:cNvSpPr/>
          <p:nvPr/>
        </p:nvSpPr>
        <p:spPr>
          <a:xfrm>
            <a:off x="7119919" y="1064419"/>
            <a:ext cx="571500" cy="57150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2794" y="1235869"/>
            <a:ext cx="28575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274584" y="1778794"/>
            <a:ext cx="226216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Target Pengguna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4584" y="2148483"/>
            <a:ext cx="100013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446034" y="2112764"/>
            <a:ext cx="2090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Warga Jawa Barat, mahasiswa, pekerja lapangan, pengendara, dan pelaku aktivitas luar ruang.</a:t>
            </a:r>
            <a:endParaRPr lang="en-US" sz="8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4584" y="2671372"/>
            <a:ext cx="100013" cy="100013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446034" y="2635653"/>
            <a:ext cx="2090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Pengguna yang membutuhkan ringkasan cuaca lokal tanpa membaca banyak data teknis.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Metodologi Pengembangan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778669"/>
            <a:ext cx="8286750" cy="8054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957263"/>
            <a:ext cx="7858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Model: Agile Iteratif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2938" y="1273373"/>
            <a:ext cx="78581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Pengembangan dilakukan bertahap agar fitur inti, integrasi API, UI, dan perbaikan pengalaman pengguna dapat diuji cepat.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07269" y="1869877"/>
            <a:ext cx="500063" cy="500063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8" y="2019895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8625" y="2477095"/>
            <a:ext cx="1657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Analisis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28625" y="2705695"/>
            <a:ext cx="1657350" cy="280002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Menentukan kebutuhan cuaca, kota Jabar, indeks kenyamanan, dan autentikasi.</a:t>
            </a:r>
            <a:endParaRPr lang="en-US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397" y="2084189"/>
            <a:ext cx="125016" cy="14287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664619" y="1869877"/>
            <a:ext cx="500063" cy="500063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638" y="2019895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085975" y="2477095"/>
            <a:ext cx="1657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Desain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2085975" y="2705695"/>
            <a:ext cx="1657350" cy="280002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Merancang screen login, home, cek cuaca, analisis Jabar, serta dark mode.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747" y="2084189"/>
            <a:ext cx="125016" cy="14287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321969" y="1869877"/>
            <a:ext cx="500063" cy="500063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6984" y="2019895"/>
            <a:ext cx="250031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743325" y="2477095"/>
            <a:ext cx="1657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Coding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3743325" y="2705695"/>
            <a:ext cx="1657350" cy="280002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Implementasi React Native Expo, React Navigation, Firebase, Axios, dan komponen UI.</a:t>
            </a:r>
            <a:endParaRPr lang="en-US" sz="7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7097" y="2084189"/>
            <a:ext cx="125016" cy="142875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5979319" y="1869877"/>
            <a:ext cx="500063" cy="500063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9338" y="2019895"/>
            <a:ext cx="200025" cy="20002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00675" y="2477095"/>
            <a:ext cx="1657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Testing</a:t>
            </a:r>
            <a:endParaRPr lang="en-US" sz="950" dirty="0"/>
          </a:p>
        </p:txBody>
      </p:sp>
      <p:sp>
        <p:nvSpPr>
          <p:cNvPr id="25" name="Text 15"/>
          <p:cNvSpPr/>
          <p:nvPr/>
        </p:nvSpPr>
        <p:spPr>
          <a:xfrm>
            <a:off x="5400675" y="2705695"/>
            <a:ext cx="1657350" cy="280002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Uji login/register, pencarian kota, pemilihan wilayah, error API, dan tampilan data.</a:t>
            </a:r>
            <a:endParaRPr lang="en-US" sz="7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4447" y="2084189"/>
            <a:ext cx="125016" cy="142875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7636669" y="1869877"/>
            <a:ext cx="500063" cy="500063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6688" y="2019895"/>
            <a:ext cx="200025" cy="200025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058025" y="2477095"/>
            <a:ext cx="1657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30" name="Text 18"/>
          <p:cNvSpPr/>
          <p:nvPr/>
        </p:nvSpPr>
        <p:spPr>
          <a:xfrm>
            <a:off x="7058025" y="2705695"/>
            <a:ext cx="1657350" cy="14000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Menyiapkan konfigurasi Expo/EAS untuk build Android APK.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Analisis Kebutuhan &amp; Komponen Mobile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778669"/>
            <a:ext cx="4054078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967085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4406" y="957263"/>
            <a:ext cx="138588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Perangkat Lunak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78669" y="1255514"/>
            <a:ext cx="4714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Bahasa: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285875" y="1255514"/>
            <a:ext cx="11269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JavaScript / JSX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78669" y="1501973"/>
            <a:ext cx="7108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Framework: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525191" y="1501973"/>
            <a:ext cx="12519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Native dengan Expo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78669" y="1748433"/>
            <a:ext cx="2339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IDE: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48345" y="1748433"/>
            <a:ext cx="149661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 Code / Android Emulator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61297" y="778669"/>
            <a:ext cx="4054078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609" y="967085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54216" y="957263"/>
            <a:ext cx="148947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Komponen Mobile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011341" y="1255514"/>
            <a:ext cx="4429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Input: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489972" y="1255514"/>
            <a:ext cx="17145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TextInput pencarian kota dan selector wilayah Jabar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011341" y="1501973"/>
            <a:ext cx="3089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Fitur: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356027" y="1501973"/>
            <a:ext cx="173235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Dark Mode, loading state, alert error, bottom navigation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011341" y="1748433"/>
            <a:ext cx="500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Koneksi: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547122" y="1748433"/>
            <a:ext cx="135195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Internet untuk OpenWeather API dan Firebase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28625" y="2671763"/>
            <a:ext cx="4054078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860179"/>
            <a:ext cx="150019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0113" y="2850356"/>
            <a:ext cx="138767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Manajemen Data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78669" y="3148608"/>
            <a:ext cx="3429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Auth: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7288" y="3148608"/>
            <a:ext cx="134123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Firebase Authentication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78669" y="3395067"/>
            <a:ext cx="38040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Cloud: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94792" y="3395067"/>
            <a:ext cx="137338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Firebase / Firestore service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778669" y="3641527"/>
            <a:ext cx="2286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API: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42988" y="3641527"/>
            <a:ext cx="13287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OpenWeatherMap REST API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4661297" y="2671763"/>
            <a:ext cx="4054078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609" y="2860179"/>
            <a:ext cx="128588" cy="17145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11353" y="2850356"/>
            <a:ext cx="173414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Kebutuhan Minimum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5011341" y="3148608"/>
            <a:ext cx="2035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OS: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5250656" y="3148608"/>
            <a:ext cx="14430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Android modern dengan Expo runtime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5011341" y="3395067"/>
            <a:ext cx="310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RAM: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357813" y="3395067"/>
            <a:ext cx="215919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Minimum 2GB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011341" y="3641527"/>
            <a:ext cx="4911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Storage: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5538192" y="3641527"/>
            <a:ext cx="11001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Sekitar 100MB ruang kosong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Arsitektur Sistem &amp; Diagram Alir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778669"/>
            <a:ext cx="3228975" cy="3571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09948"/>
            <a:ext cx="176808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6902" y="992981"/>
            <a:ext cx="120550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Pola Arsitektur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42938" y="1326952"/>
            <a:ext cx="28003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Aplikasi memakai pemisahan screen, service, config, context, dan navigation agar logika API tidak bercampur dengan UI.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642938" y="1835553"/>
            <a:ext cx="2800350" cy="428625"/>
          </a:xfrm>
          <a:prstGeom prst="rect">
            <a:avLst/>
          </a:prstGeom>
          <a:solidFill>
            <a:srgbClr val="F8F9FA"/>
          </a:solidFill>
          <a:ln w="18288">
            <a:solidFill>
              <a:srgbClr val="1A73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2938" y="1835553"/>
            <a:ext cx="2800350" cy="42862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(SCREEN)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94" y="2399909"/>
            <a:ext cx="71438" cy="14287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2938" y="2673158"/>
            <a:ext cx="2800350" cy="428625"/>
          </a:xfrm>
          <a:prstGeom prst="rect">
            <a:avLst/>
          </a:prstGeom>
          <a:solidFill>
            <a:srgbClr val="F8F9FA"/>
          </a:solidFill>
          <a:ln w="18288">
            <a:solidFill>
              <a:srgbClr val="1A73E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2938" y="2673158"/>
            <a:ext cx="2800350" cy="42862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/ CONTEXT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394" y="3237514"/>
            <a:ext cx="71438" cy="14287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2938" y="3510762"/>
            <a:ext cx="2800350" cy="428625"/>
          </a:xfrm>
          <a:prstGeom prst="rect">
            <a:avLst/>
          </a:prstGeom>
          <a:solidFill>
            <a:srgbClr val="F8F9FA"/>
          </a:solidFill>
          <a:ln w="18288">
            <a:solidFill>
              <a:srgbClr val="1A73E8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642938" y="3510762"/>
            <a:ext cx="2800350" cy="42862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(API DATA)</a:t>
            </a:r>
            <a:endParaRPr lang="en-US" sz="800" dirty="0"/>
          </a:p>
        </p:txBody>
      </p:sp>
      <p:sp>
        <p:nvSpPr>
          <p:cNvPr id="16" name="Shape 10"/>
          <p:cNvSpPr/>
          <p:nvPr/>
        </p:nvSpPr>
        <p:spPr>
          <a:xfrm>
            <a:off x="3871913" y="778669"/>
            <a:ext cx="4843463" cy="3571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225" y="1009948"/>
            <a:ext cx="176808" cy="15716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70189" y="992981"/>
            <a:ext cx="150554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Alur Logika Utama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086225" y="1326952"/>
            <a:ext cx="4414838" cy="3571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Shape 13"/>
          <p:cNvSpPr/>
          <p:nvPr/>
        </p:nvSpPr>
        <p:spPr>
          <a:xfrm>
            <a:off x="4193381" y="1473398"/>
            <a:ext cx="171450" cy="17145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1" name="Text 14"/>
          <p:cNvSpPr/>
          <p:nvPr/>
        </p:nvSpPr>
        <p:spPr>
          <a:xfrm>
            <a:off x="4193381" y="147339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600" dirty="0"/>
          </a:p>
        </p:txBody>
      </p:sp>
      <p:sp>
        <p:nvSpPr>
          <p:cNvPr id="22" name="Text 15"/>
          <p:cNvSpPr/>
          <p:nvPr/>
        </p:nvSpPr>
        <p:spPr>
          <a:xfrm>
            <a:off x="4471988" y="1467678"/>
            <a:ext cx="303252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Pengguna login atau register melalui Firebase Authentication.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4086225" y="1791295"/>
            <a:ext cx="4414838" cy="3571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4" name="Shape 17"/>
          <p:cNvSpPr/>
          <p:nvPr/>
        </p:nvSpPr>
        <p:spPr>
          <a:xfrm>
            <a:off x="4193381" y="1937742"/>
            <a:ext cx="171450" cy="17145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5" name="Text 18"/>
          <p:cNvSpPr/>
          <p:nvPr/>
        </p:nvSpPr>
        <p:spPr>
          <a:xfrm>
            <a:off x="4193381" y="19377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600" dirty="0"/>
          </a:p>
        </p:txBody>
      </p:sp>
      <p:sp>
        <p:nvSpPr>
          <p:cNvPr id="26" name="Text 19"/>
          <p:cNvSpPr/>
          <p:nvPr/>
        </p:nvSpPr>
        <p:spPr>
          <a:xfrm>
            <a:off x="4471988" y="1932022"/>
            <a:ext cx="266283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Pengguna memilih fitur Cek Cuaca atau Analisis Cuaca Jabar dari Home.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4086225" y="2255639"/>
            <a:ext cx="4414838" cy="3571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8" name="Shape 21"/>
          <p:cNvSpPr/>
          <p:nvPr/>
        </p:nvSpPr>
        <p:spPr>
          <a:xfrm>
            <a:off x="4193381" y="2402086"/>
            <a:ext cx="171450" cy="17145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9" name="Text 22"/>
          <p:cNvSpPr/>
          <p:nvPr/>
        </p:nvSpPr>
        <p:spPr>
          <a:xfrm>
            <a:off x="4193381" y="240208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600" dirty="0"/>
          </a:p>
        </p:txBody>
      </p:sp>
      <p:sp>
        <p:nvSpPr>
          <p:cNvPr id="30" name="Text 23"/>
          <p:cNvSpPr/>
          <p:nvPr/>
        </p:nvSpPr>
        <p:spPr>
          <a:xfrm>
            <a:off x="4471988" y="2396365"/>
            <a:ext cx="31432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WeatherService mengambil data OpenWeatherMap berdasarkan kota atau daftar kota pembanding.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4086225" y="2719983"/>
            <a:ext cx="4414838" cy="3571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2" name="Shape 25"/>
          <p:cNvSpPr/>
          <p:nvPr/>
        </p:nvSpPr>
        <p:spPr>
          <a:xfrm>
            <a:off x="4193381" y="2866430"/>
            <a:ext cx="171450" cy="17145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3" name="Text 26"/>
          <p:cNvSpPr/>
          <p:nvPr/>
        </p:nvSpPr>
        <p:spPr>
          <a:xfrm>
            <a:off x="4193381" y="286643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600" dirty="0"/>
          </a:p>
        </p:txBody>
      </p:sp>
      <p:sp>
        <p:nvSpPr>
          <p:cNvPr id="34" name="Text 27"/>
          <p:cNvSpPr/>
          <p:nvPr/>
        </p:nvSpPr>
        <p:spPr>
          <a:xfrm>
            <a:off x="4471988" y="2860709"/>
            <a:ext cx="3846909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diformat menjadi suhu, kelembaban, tekanan, angin, visibilitas, sunrise, dan sunset.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4086225" y="3184327"/>
            <a:ext cx="4414838" cy="3571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6" name="Shape 29"/>
          <p:cNvSpPr/>
          <p:nvPr/>
        </p:nvSpPr>
        <p:spPr>
          <a:xfrm>
            <a:off x="4193381" y="3330773"/>
            <a:ext cx="171450" cy="17145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7" name="Text 30"/>
          <p:cNvSpPr/>
          <p:nvPr/>
        </p:nvSpPr>
        <p:spPr>
          <a:xfrm>
            <a:off x="4193381" y="33307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600" dirty="0"/>
          </a:p>
        </p:txBody>
      </p:sp>
      <p:sp>
        <p:nvSpPr>
          <p:cNvPr id="38" name="Text 31"/>
          <p:cNvSpPr/>
          <p:nvPr/>
        </p:nvSpPr>
        <p:spPr>
          <a:xfrm>
            <a:off x="4471988" y="3325053"/>
            <a:ext cx="330219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UI menampilkan kartu cuaca, indeks kenyamanan, rekomendasi aktivitas, dan perbandingan regional.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Desain UI/UX (Mockup)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778669"/>
            <a:ext cx="3214688" cy="16234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7219" y="957263"/>
            <a:ext cx="28575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Konsep Visual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7219" y="1255514"/>
            <a:ext cx="2857500" cy="3107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Tema Warna:</a:t>
            </a: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Biru untuk cuaca umum, indigo untuk analisis Jabar, oranye untuk status/peringatan.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07219" y="1637705"/>
            <a:ext cx="2857500" cy="3107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Tipografi:</a:t>
            </a: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Font sistem React Native dengan hierarki judul, label, dan nilai cuaca yang jelas.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07219" y="2019895"/>
            <a:ext cx="2857500" cy="3107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Gaya:</a:t>
            </a: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Material-style cards, chip wilayah, ikon Ionicons, dan dukungan light/dark mode.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8625" y="2580680"/>
            <a:ext cx="3214688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255514"/>
            <a:ext cx="57150" cy="1143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1637705"/>
            <a:ext cx="57150" cy="1143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019895"/>
            <a:ext cx="5715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7219" y="2759273"/>
            <a:ext cx="28575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User Journey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07219" y="3057525"/>
            <a:ext cx="2857500" cy="15537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Pengguna login atau membuat akun.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607219" y="3284339"/>
            <a:ext cx="2857500" cy="15537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Masuk ke Home dan memilih Cek Cuaca atau Analisis Cuaca Jabar.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607219" y="3511153"/>
            <a:ext cx="2857500" cy="15537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Memilih kota/wilayah, lalu melihat cuaca real-time dan indeks kenyamanan.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607219" y="3737967"/>
            <a:ext cx="2857500" cy="15537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Mengikuti saran aktivitas berdasarkan panas, hujan, atau kondisi kondusif.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3929063" y="778669"/>
            <a:ext cx="4786313" cy="3571875"/>
          </a:xfrm>
          <a:prstGeom prst="rect">
            <a:avLst/>
          </a:prstGeom>
          <a:solidFill>
            <a:srgbClr val="D1D5DB"/>
          </a:solidFill>
          <a:ln w="27432">
            <a:solidFill>
              <a:srgbClr val="9CA3AF"/>
            </a:solidFill>
            <a:prstDash val="dash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3057525"/>
            <a:ext cx="57150" cy="11430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3284339"/>
            <a:ext cx="57150" cy="114300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3511153"/>
            <a:ext cx="57150" cy="11430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219" y="3737967"/>
            <a:ext cx="57150" cy="11430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4107656" y="1278731"/>
            <a:ext cx="1428750" cy="2857500"/>
          </a:xfrm>
          <a:prstGeom prst="rect">
            <a:avLst/>
          </a:prstGeom>
          <a:solidFill>
            <a:srgbClr val="F3F4F6"/>
          </a:solidFill>
          <a:ln w="54864">
            <a:solidFill>
              <a:srgbClr val="374151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0581" y="2414588"/>
            <a:ext cx="342900" cy="3429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219277" y="2864644"/>
            <a:ext cx="12055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Home: fitur cuaca, analisis Jabar, dark mode, logout.</a:t>
            </a:r>
            <a:endParaRPr lang="en-US" sz="750" dirty="0"/>
          </a:p>
        </p:txBody>
      </p:sp>
      <p:sp>
        <p:nvSpPr>
          <p:cNvPr id="26" name="Shape 15"/>
          <p:cNvSpPr/>
          <p:nvPr/>
        </p:nvSpPr>
        <p:spPr>
          <a:xfrm>
            <a:off x="5607844" y="1278731"/>
            <a:ext cx="1428750" cy="2857500"/>
          </a:xfrm>
          <a:prstGeom prst="rect">
            <a:avLst/>
          </a:prstGeom>
          <a:solidFill>
            <a:srgbClr val="F3F4F6"/>
          </a:solidFill>
          <a:ln w="54864">
            <a:solidFill>
              <a:srgbClr val="374151"/>
            </a:solidFill>
            <a:prstDash val="solid"/>
          </a:ln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0769" y="2414588"/>
            <a:ext cx="342900" cy="3429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739110" y="2864644"/>
            <a:ext cx="116621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Cek Cuaca: pencarian kota, detail suhu, kelembaban, tekanan, angin.</a:t>
            </a:r>
            <a:endParaRPr lang="en-US" sz="750" dirty="0"/>
          </a:p>
        </p:txBody>
      </p:sp>
      <p:sp>
        <p:nvSpPr>
          <p:cNvPr id="29" name="Shape 17"/>
          <p:cNvSpPr/>
          <p:nvPr/>
        </p:nvSpPr>
        <p:spPr>
          <a:xfrm>
            <a:off x="7108031" y="1278731"/>
            <a:ext cx="1428750" cy="2857500"/>
          </a:xfrm>
          <a:prstGeom prst="rect">
            <a:avLst/>
          </a:prstGeom>
          <a:solidFill>
            <a:srgbClr val="F3F4F6"/>
          </a:solidFill>
          <a:ln w="54864">
            <a:solidFill>
              <a:srgbClr val="374151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0956" y="2414588"/>
            <a:ext cx="342900" cy="3429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7241084" y="2864644"/>
            <a:ext cx="11626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Jabar: selector wilayah, indeks kenyamanan, profil geografis, perbandingan regional.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Implementasi Fitur Utama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850106"/>
            <a:ext cx="2619356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7219" y="1064419"/>
            <a:ext cx="22621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CORE FEATURE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274266"/>
            <a:ext cx="176808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9752" y="1257300"/>
            <a:ext cx="96797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Analisis Cuaca Jawa Barat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07219" y="1591270"/>
            <a:ext cx="2262169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Menampilkan cuaca real-time untuk 10 wilayah Jabar: Bandung, Bogor, Bekasi, Depok, Cirebon, Sukabumi, Garut, Karawang, Indramayu, Tasikmalaya.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07219" y="1997013"/>
            <a:ext cx="2262169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Fitur ini membantu warga memahami kondisi lokal beserta karakter geografis wilayahnya.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07219" y="2424187"/>
            <a:ext cx="2262169" cy="621506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1619845"/>
            <a:ext cx="53578" cy="119993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025588"/>
            <a:ext cx="53578" cy="1199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4375" y="2531343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Aspek Teknis: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14375" y="2702793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WeatherService + OpenWeatherMap REST API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714375" y="2909962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dengan pemisahan screen dan service.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3262294" y="850106"/>
            <a:ext cx="2619384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1"/>
          <p:cNvSpPr/>
          <p:nvPr/>
        </p:nvSpPr>
        <p:spPr>
          <a:xfrm>
            <a:off x="3440888" y="1064419"/>
            <a:ext cx="22621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SUPPORTING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888" y="1274266"/>
            <a:ext cx="157163" cy="1571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683775" y="1257300"/>
            <a:ext cx="138053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Cek Cuaca Umum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3440888" y="1591270"/>
            <a:ext cx="2262197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Pencarian kota bebas dengan detail suhu, feels-like, kelembaban, tekanan, angin, visibilitas, sunrise, dan sunset.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3440888" y="1997013"/>
            <a:ext cx="2262197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Autentikasi login/register menjaga akses aplikasi tetap terstruktur.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3440888" y="2424187"/>
            <a:ext cx="2262197" cy="621506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888" y="1619845"/>
            <a:ext cx="53578" cy="119993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0888" y="2025588"/>
            <a:ext cx="53578" cy="11999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548044" y="2531343"/>
            <a:ext cx="204788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Aspek Teknis:</a:t>
            </a:r>
            <a:endParaRPr lang="en-US" sz="700" dirty="0"/>
          </a:p>
        </p:txBody>
      </p:sp>
      <p:sp>
        <p:nvSpPr>
          <p:cNvPr id="26" name="Text 17"/>
          <p:cNvSpPr/>
          <p:nvPr/>
        </p:nvSpPr>
        <p:spPr>
          <a:xfrm>
            <a:off x="3548044" y="2702793"/>
            <a:ext cx="204788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Integrasi Firebase Authentication dan</a:t>
            </a:r>
            <a:endParaRPr lang="en-US" sz="750" dirty="0"/>
          </a:p>
        </p:txBody>
      </p:sp>
      <p:sp>
        <p:nvSpPr>
          <p:cNvPr id="27" name="Text 18"/>
          <p:cNvSpPr/>
          <p:nvPr/>
        </p:nvSpPr>
        <p:spPr>
          <a:xfrm>
            <a:off x="3548044" y="2909962"/>
            <a:ext cx="204788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konfigurasi API di src/config.</a:t>
            </a:r>
            <a:endParaRPr lang="en-US" sz="750" dirty="0"/>
          </a:p>
        </p:txBody>
      </p:sp>
      <p:sp>
        <p:nvSpPr>
          <p:cNvPr id="28" name="Shape 19"/>
          <p:cNvSpPr/>
          <p:nvPr/>
        </p:nvSpPr>
        <p:spPr>
          <a:xfrm>
            <a:off x="6095991" y="850106"/>
            <a:ext cx="2619356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0"/>
          <p:cNvSpPr/>
          <p:nvPr/>
        </p:nvSpPr>
        <p:spPr>
          <a:xfrm>
            <a:off x="6274584" y="1064419"/>
            <a:ext cx="22621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ENHANCEMENT</a:t>
            </a:r>
            <a:endParaRPr lang="en-US" sz="7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4584" y="1274266"/>
            <a:ext cx="157163" cy="157163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517472" y="1257300"/>
            <a:ext cx="128766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Indeks Kenyamanan &amp; Rekomendasi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6274584" y="1591270"/>
            <a:ext cx="2262169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Mengubah data suhu dan kelembaban menjadi status nyaman, hangat, gerah, atau panas ekstrem.</a:t>
            </a:r>
            <a:endParaRPr lang="en-US" sz="850" dirty="0"/>
          </a:p>
        </p:txBody>
      </p:sp>
      <p:sp>
        <p:nvSpPr>
          <p:cNvPr id="33" name="Text 23"/>
          <p:cNvSpPr/>
          <p:nvPr/>
        </p:nvSpPr>
        <p:spPr>
          <a:xfrm>
            <a:off x="6274584" y="1997013"/>
            <a:ext cx="2262169" cy="16000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Dilengkapi activity tip untuk hujan, panas, atau cuaca kondusif.</a:t>
            </a:r>
            <a:endParaRPr lang="en-US" sz="850" dirty="0"/>
          </a:p>
        </p:txBody>
      </p:sp>
      <p:sp>
        <p:nvSpPr>
          <p:cNvPr id="34" name="Shape 24"/>
          <p:cNvSpPr/>
          <p:nvPr/>
        </p:nvSpPr>
        <p:spPr>
          <a:xfrm>
            <a:off x="6274584" y="2264178"/>
            <a:ext cx="2262169" cy="621506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4584" y="1619845"/>
            <a:ext cx="53578" cy="119993"/>
          </a:xfrm>
          <a:prstGeom prst="rect">
            <a:avLst/>
          </a:prstGeom>
        </p:spPr>
      </p:pic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4584" y="2025588"/>
            <a:ext cx="53578" cy="119993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381741" y="2371334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Aspek Teknis:</a:t>
            </a:r>
            <a:endParaRPr lang="en-US" sz="700" dirty="0"/>
          </a:p>
        </p:txBody>
      </p:sp>
      <p:sp>
        <p:nvSpPr>
          <p:cNvPr id="38" name="Text 26"/>
          <p:cNvSpPr/>
          <p:nvPr/>
        </p:nvSpPr>
        <p:spPr>
          <a:xfrm>
            <a:off x="6381741" y="2542784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Logika analisis di JabarWeatherScreen</a:t>
            </a:r>
            <a:endParaRPr lang="en-US" sz="750" dirty="0"/>
          </a:p>
        </p:txBody>
      </p:sp>
      <p:sp>
        <p:nvSpPr>
          <p:cNvPr id="39" name="Text 27"/>
          <p:cNvSpPr/>
          <p:nvPr/>
        </p:nvSpPr>
        <p:spPr>
          <a:xfrm>
            <a:off x="6381741" y="2749953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dengan visual gauge dan kartu ringkasan.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Rencana Pengujian (Testing)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850106"/>
            <a:ext cx="4000500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83171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1544" y="1064419"/>
            <a:ext cx="163056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Metode Pengujian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489472"/>
            <a:ext cx="100013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4388" y="1451967"/>
            <a:ext cx="10429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Black Box Testing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642938" y="1698427"/>
            <a:ext cx="35718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Memastikan setiap input pengguna menghasilkan output sesuai, termasuk login, pencarian kota, dan pilih wilayah Jabar.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498834"/>
            <a:ext cx="87511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1886" y="2461329"/>
            <a:ext cx="10733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White Box Testing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642938" y="2707788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Memeriksa alur WeatherService, format data API, kondisi error, dan kalkulasi indeks kenyamanan.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325332"/>
            <a:ext cx="125016" cy="1000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39391" y="3287827"/>
            <a:ext cx="1632347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Acceptance Test (UAT)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642938" y="3534287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Validasi apakah informasi cuaca dan saran aktivitas mudah dipahami oleh pengguna umum.</a:t>
            </a:r>
            <a:endParaRPr lang="en-US" sz="850" dirty="0"/>
          </a:p>
        </p:txBody>
      </p:sp>
      <p:sp>
        <p:nvSpPr>
          <p:cNvPr id="16" name="Shape 9"/>
          <p:cNvSpPr/>
          <p:nvPr/>
        </p:nvSpPr>
        <p:spPr>
          <a:xfrm>
            <a:off x="4714875" y="850106"/>
            <a:ext cx="4000500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083171"/>
            <a:ext cx="128588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64931" y="1064419"/>
            <a:ext cx="105727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Skenario Uji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929188" y="1451967"/>
            <a:ext cx="727379" cy="21431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2"/>
          <p:cNvSpPr/>
          <p:nvPr/>
        </p:nvSpPr>
        <p:spPr>
          <a:xfrm>
            <a:off x="4929188" y="1651992"/>
            <a:ext cx="727379" cy="14288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21" name="Text 13"/>
          <p:cNvSpPr/>
          <p:nvPr/>
        </p:nvSpPr>
        <p:spPr>
          <a:xfrm>
            <a:off x="4929188" y="1451967"/>
            <a:ext cx="727379" cy="214313"/>
          </a:xfrm>
          <a:prstGeom prst="rect">
            <a:avLst/>
          </a:prstGeom>
          <a:noFill/>
          <a:ln/>
        </p:spPr>
        <p:txBody>
          <a:bodyPr wrap="non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Fitur</a:t>
            </a:r>
            <a:endParaRPr lang="en-US" sz="700" dirty="0"/>
          </a:p>
        </p:txBody>
      </p:sp>
      <p:sp>
        <p:nvSpPr>
          <p:cNvPr id="22" name="Shape 14"/>
          <p:cNvSpPr/>
          <p:nvPr/>
        </p:nvSpPr>
        <p:spPr>
          <a:xfrm>
            <a:off x="5656566" y="1451967"/>
            <a:ext cx="1501918" cy="21431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15"/>
          <p:cNvSpPr/>
          <p:nvPr/>
        </p:nvSpPr>
        <p:spPr>
          <a:xfrm>
            <a:off x="5656566" y="1651992"/>
            <a:ext cx="1501918" cy="14288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24" name="Text 16"/>
          <p:cNvSpPr/>
          <p:nvPr/>
        </p:nvSpPr>
        <p:spPr>
          <a:xfrm>
            <a:off x="5656566" y="1451967"/>
            <a:ext cx="1501918" cy="214313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Skenario</a:t>
            </a:r>
            <a:endParaRPr lang="en-US" sz="700" dirty="0"/>
          </a:p>
        </p:txBody>
      </p:sp>
      <p:sp>
        <p:nvSpPr>
          <p:cNvPr id="25" name="Shape 17"/>
          <p:cNvSpPr/>
          <p:nvPr/>
        </p:nvSpPr>
        <p:spPr>
          <a:xfrm>
            <a:off x="7158484" y="1451967"/>
            <a:ext cx="1342579" cy="21431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Shape 18"/>
          <p:cNvSpPr/>
          <p:nvPr/>
        </p:nvSpPr>
        <p:spPr>
          <a:xfrm>
            <a:off x="7158484" y="1651992"/>
            <a:ext cx="1342579" cy="14288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27" name="Text 19"/>
          <p:cNvSpPr/>
          <p:nvPr/>
        </p:nvSpPr>
        <p:spPr>
          <a:xfrm>
            <a:off x="7158484" y="1451967"/>
            <a:ext cx="1342579" cy="214313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Hasil Diharapkan</a:t>
            </a:r>
            <a:endParaRPr lang="en-US" sz="700" dirty="0"/>
          </a:p>
        </p:txBody>
      </p:sp>
      <p:sp>
        <p:nvSpPr>
          <p:cNvPr id="28" name="Text 20"/>
          <p:cNvSpPr/>
          <p:nvPr/>
        </p:nvSpPr>
        <p:spPr>
          <a:xfrm>
            <a:off x="4929188" y="1659136"/>
            <a:ext cx="727379" cy="225028"/>
          </a:xfrm>
          <a:prstGeom prst="rect">
            <a:avLst/>
          </a:prstGeom>
          <a:noFill/>
          <a:ln/>
        </p:spPr>
        <p:txBody>
          <a:bodyPr wrap="non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</a:t>
            </a:r>
            <a:endParaRPr lang="en-US" sz="750" dirty="0"/>
          </a:p>
        </p:txBody>
      </p:sp>
      <p:sp>
        <p:nvSpPr>
          <p:cNvPr id="29" name="Text 21"/>
          <p:cNvSpPr/>
          <p:nvPr/>
        </p:nvSpPr>
        <p:spPr>
          <a:xfrm>
            <a:off x="5656566" y="1659136"/>
            <a:ext cx="1501918" cy="225028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email &amp; password valid</a:t>
            </a:r>
            <a:endParaRPr lang="en-US" sz="750" dirty="0"/>
          </a:p>
        </p:txBody>
      </p:sp>
      <p:sp>
        <p:nvSpPr>
          <p:cNvPr id="30" name="Text 22"/>
          <p:cNvSpPr/>
          <p:nvPr/>
        </p:nvSpPr>
        <p:spPr>
          <a:xfrm>
            <a:off x="7158484" y="1659136"/>
            <a:ext cx="1342579" cy="225028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Masuk ke Home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4929188" y="1884164"/>
            <a:ext cx="727379" cy="228600"/>
          </a:xfrm>
          <a:prstGeom prst="rect">
            <a:avLst/>
          </a:prstGeom>
          <a:noFill/>
          <a:ln/>
        </p:spPr>
        <p:txBody>
          <a:bodyPr wrap="non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Cek Cuaca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5656566" y="1884164"/>
            <a:ext cx="1501918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Cari kota Bandung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7158484" y="1884164"/>
            <a:ext cx="1342579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Kartu cuaca tampil lengkap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4929188" y="2112764"/>
            <a:ext cx="727379" cy="228600"/>
          </a:xfrm>
          <a:prstGeom prst="rect">
            <a:avLst/>
          </a:prstGeom>
          <a:noFill/>
          <a:ln/>
        </p:spPr>
        <p:txBody>
          <a:bodyPr wrap="non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Jabar</a:t>
            </a:r>
            <a:endParaRPr lang="en-US" sz="750" dirty="0"/>
          </a:p>
        </p:txBody>
      </p:sp>
      <p:sp>
        <p:nvSpPr>
          <p:cNvPr id="35" name="Text 27"/>
          <p:cNvSpPr/>
          <p:nvPr/>
        </p:nvSpPr>
        <p:spPr>
          <a:xfrm>
            <a:off x="5656566" y="2112764"/>
            <a:ext cx="1501918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Pilih Indramayu/Bogor</a:t>
            </a:r>
            <a:endParaRPr lang="en-US" sz="750" dirty="0"/>
          </a:p>
        </p:txBody>
      </p:sp>
      <p:sp>
        <p:nvSpPr>
          <p:cNvPr id="36" name="Text 28"/>
          <p:cNvSpPr/>
          <p:nvPr/>
        </p:nvSpPr>
        <p:spPr>
          <a:xfrm>
            <a:off x="7158484" y="2112764"/>
            <a:ext cx="1342579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Indeks kenyamanan berubah sesuai data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4929188" y="2341364"/>
            <a:ext cx="727379" cy="228600"/>
          </a:xfrm>
          <a:prstGeom prst="rect">
            <a:avLst/>
          </a:prstGeom>
          <a:noFill/>
          <a:ln/>
        </p:spPr>
        <p:txBody>
          <a:bodyPr wrap="non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Koneksi API</a:t>
            </a:r>
            <a:endParaRPr lang="en-US" sz="750" dirty="0"/>
          </a:p>
        </p:txBody>
      </p:sp>
      <p:sp>
        <p:nvSpPr>
          <p:cNvPr id="38" name="Text 30"/>
          <p:cNvSpPr/>
          <p:nvPr/>
        </p:nvSpPr>
        <p:spPr>
          <a:xfrm>
            <a:off x="5656566" y="2341364"/>
            <a:ext cx="1501918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Internet/API gagal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7158484" y="2341364"/>
            <a:ext cx="1342579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Muncul alert error yang jelas</a:t>
            </a:r>
            <a:endParaRPr lang="en-US" sz="750" dirty="0"/>
          </a:p>
        </p:txBody>
      </p:sp>
      <p:sp>
        <p:nvSpPr>
          <p:cNvPr id="40" name="Text 32"/>
          <p:cNvSpPr/>
          <p:nvPr/>
        </p:nvSpPr>
        <p:spPr>
          <a:xfrm>
            <a:off x="4929188" y="2752130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i="1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Pengujian dilakukan pada emulator/perangkat Android dengan koneksi internet aktif.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Timeline Proyek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707356"/>
            <a:ext cx="2071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Minggu 1-2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28625" y="2311003"/>
            <a:ext cx="2071688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35781" y="2453878"/>
            <a:ext cx="1857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Riset &amp; Desain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35781" y="2718197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kebutuhan warga Jabar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35781" y="2911078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Desain UI login, home, cuaca, dan analisis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35781" y="3103959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 Expo, Firebase, dan API key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2718197"/>
            <a:ext cx="85725" cy="857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" y="2911078"/>
            <a:ext cx="85725" cy="8572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" y="3103959"/>
            <a:ext cx="85725" cy="85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00313" y="1707356"/>
            <a:ext cx="2071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Minggu 3-5</a:t>
            </a:r>
            <a:endParaRPr lang="en-US" sz="800" dirty="0"/>
          </a:p>
        </p:txBody>
      </p:sp>
      <p:sp>
        <p:nvSpPr>
          <p:cNvPr id="14" name="Shape 8"/>
          <p:cNvSpPr/>
          <p:nvPr/>
        </p:nvSpPr>
        <p:spPr>
          <a:xfrm>
            <a:off x="2500313" y="2311003"/>
            <a:ext cx="2071688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9"/>
          <p:cNvSpPr/>
          <p:nvPr/>
        </p:nvSpPr>
        <p:spPr>
          <a:xfrm>
            <a:off x="2607469" y="2453878"/>
            <a:ext cx="1857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2607469" y="2718197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Implementasi navigasi dan theme context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2607469" y="2911078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Integrasi Firebase Authentication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2607469" y="3103959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Integrasi OpenWeatherMap dan analisis Jabar</a:t>
            </a:r>
            <a:endParaRPr lang="en-US" sz="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7469" y="2718197"/>
            <a:ext cx="85725" cy="85725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7469" y="2911078"/>
            <a:ext cx="85725" cy="85725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7469" y="3103959"/>
            <a:ext cx="85725" cy="857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72000" y="1707356"/>
            <a:ext cx="2071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Minggu 6</a:t>
            </a:r>
            <a:endParaRPr lang="en-US" sz="800" dirty="0"/>
          </a:p>
        </p:txBody>
      </p:sp>
      <p:sp>
        <p:nvSpPr>
          <p:cNvPr id="23" name="Shape 14"/>
          <p:cNvSpPr/>
          <p:nvPr/>
        </p:nvSpPr>
        <p:spPr>
          <a:xfrm>
            <a:off x="4572000" y="2311003"/>
            <a:ext cx="2071688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5"/>
          <p:cNvSpPr/>
          <p:nvPr/>
        </p:nvSpPr>
        <p:spPr>
          <a:xfrm>
            <a:off x="4679156" y="2453878"/>
            <a:ext cx="1857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Testing</a:t>
            </a:r>
            <a:endParaRPr lang="en-US" sz="950" dirty="0"/>
          </a:p>
        </p:txBody>
      </p:sp>
      <p:sp>
        <p:nvSpPr>
          <p:cNvPr id="25" name="Text 16"/>
          <p:cNvSpPr/>
          <p:nvPr/>
        </p:nvSpPr>
        <p:spPr>
          <a:xfrm>
            <a:off x="4679156" y="2718197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Uji fungsional setiap screen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4679156" y="2911078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Perbaikan error handling dan loading state</a:t>
            </a:r>
            <a:endParaRPr lang="en-US" sz="750" dirty="0"/>
          </a:p>
        </p:txBody>
      </p:sp>
      <p:sp>
        <p:nvSpPr>
          <p:cNvPr id="27" name="Text 18"/>
          <p:cNvSpPr/>
          <p:nvPr/>
        </p:nvSpPr>
        <p:spPr>
          <a:xfrm>
            <a:off x="4679156" y="3103959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Validasi indeks kenyamanan</a:t>
            </a:r>
            <a:endParaRPr lang="en-US" sz="7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9156" y="2718197"/>
            <a:ext cx="85725" cy="85725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9156" y="2911078"/>
            <a:ext cx="85725" cy="85725"/>
          </a:xfrm>
          <a:prstGeom prst="rect">
            <a:avLst/>
          </a:prstGeom>
        </p:spPr>
      </p:pic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9156" y="3103959"/>
            <a:ext cx="85725" cy="85725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643688" y="1707356"/>
            <a:ext cx="2071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Minggu 7-8</a:t>
            </a:r>
            <a:endParaRPr lang="en-US" sz="800" dirty="0"/>
          </a:p>
        </p:txBody>
      </p:sp>
      <p:sp>
        <p:nvSpPr>
          <p:cNvPr id="32" name="Shape 20"/>
          <p:cNvSpPr/>
          <p:nvPr/>
        </p:nvSpPr>
        <p:spPr>
          <a:xfrm>
            <a:off x="6643688" y="2311003"/>
            <a:ext cx="2071688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1"/>
          <p:cNvSpPr/>
          <p:nvPr/>
        </p:nvSpPr>
        <p:spPr>
          <a:xfrm>
            <a:off x="6750844" y="2453878"/>
            <a:ext cx="1857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Finalisasi</a:t>
            </a:r>
            <a:endParaRPr lang="en-US" sz="950" dirty="0"/>
          </a:p>
        </p:txBody>
      </p:sp>
      <p:sp>
        <p:nvSpPr>
          <p:cNvPr id="34" name="Text 22"/>
          <p:cNvSpPr/>
          <p:nvPr/>
        </p:nvSpPr>
        <p:spPr>
          <a:xfrm>
            <a:off x="6750844" y="2718197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Optimasi tampilan mobile</a:t>
            </a:r>
            <a:endParaRPr lang="en-US" sz="750" dirty="0"/>
          </a:p>
        </p:txBody>
      </p:sp>
      <p:sp>
        <p:nvSpPr>
          <p:cNvPr id="35" name="Text 23"/>
          <p:cNvSpPr/>
          <p:nvPr/>
        </p:nvSpPr>
        <p:spPr>
          <a:xfrm>
            <a:off x="6750844" y="2911078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Dokumentasi README dan konfigurasi build</a:t>
            </a:r>
            <a:endParaRPr lang="en-US" sz="750" dirty="0"/>
          </a:p>
        </p:txBody>
      </p:sp>
      <p:sp>
        <p:nvSpPr>
          <p:cNvPr id="36" name="Text 24"/>
          <p:cNvSpPr/>
          <p:nvPr/>
        </p:nvSpPr>
        <p:spPr>
          <a:xfrm>
            <a:off x="6750844" y="3103959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Persiapan presentasi proyek akhir</a:t>
            </a:r>
            <a:endParaRPr lang="en-US" sz="75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0844" y="2718197"/>
            <a:ext cx="85725" cy="85725"/>
          </a:xfrm>
          <a:prstGeom prst="rect">
            <a:avLst/>
          </a:prstGeom>
        </p:spPr>
      </p:pic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0844" y="2911078"/>
            <a:ext cx="85725" cy="85725"/>
          </a:xfrm>
          <a:prstGeom prst="rect">
            <a:avLst/>
          </a:prstGeom>
        </p:spPr>
      </p:pic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50844" y="3103959"/>
            <a:ext cx="85725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Kesimpulan &amp; Saran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850106"/>
            <a:ext cx="4000500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83171"/>
            <a:ext cx="128588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8681" y="1064419"/>
            <a:ext cx="105191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Kesimpulan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480542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8681" y="1451967"/>
            <a:ext cx="333613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Pencapaian Tujuan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78681" y="1644848"/>
            <a:ext cx="33361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Aplikasi berhasil menampilkan cuaca real-time dan analisis khusus Jawa Barat dalam antarmuka mobile.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159198"/>
            <a:ext cx="96441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6534" y="2130623"/>
            <a:ext cx="336827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Nilai Jual Unik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846534" y="2323505"/>
            <a:ext cx="33682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Bukan hanya suhu, aplikasi memberi indeks kenyamanan, profil geografis, dan rekomendasi aktivitas.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2837855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78681" y="2809280"/>
            <a:ext cx="333613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Stabilitas Sistem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878681" y="3002161"/>
            <a:ext cx="33361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Struktur screen-service memudahkan perawatan, sementara error handling menjaga UX ketika API bermasalah.</a:t>
            </a:r>
            <a:endParaRPr lang="en-US" sz="850" dirty="0"/>
          </a:p>
        </p:txBody>
      </p:sp>
      <p:sp>
        <p:nvSpPr>
          <p:cNvPr id="16" name="Shape 9"/>
          <p:cNvSpPr/>
          <p:nvPr/>
        </p:nvSpPr>
        <p:spPr>
          <a:xfrm>
            <a:off x="4714875" y="850106"/>
            <a:ext cx="4000500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083171"/>
            <a:ext cx="171450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07794" y="1064419"/>
            <a:ext cx="257532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Pengembangan Masa Depan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929188" y="1451967"/>
            <a:ext cx="664369" cy="151805"/>
          </a:xfrm>
          <a:prstGeom prst="roundRect">
            <a:avLst/>
          </a:prstGeom>
          <a:solidFill>
            <a:srgbClr val="E8F0FE"/>
          </a:solidFill>
          <a:ln/>
        </p:spPr>
      </p:sp>
      <p:sp>
        <p:nvSpPr>
          <p:cNvPr id="20" name="Text 12"/>
          <p:cNvSpPr/>
          <p:nvPr/>
        </p:nvSpPr>
        <p:spPr>
          <a:xfrm>
            <a:off x="4929188" y="1451967"/>
            <a:ext cx="664369" cy="151805"/>
          </a:xfrm>
          <a:prstGeom prst="rect">
            <a:avLst/>
          </a:prstGeom>
          <a:noFill/>
          <a:ln/>
        </p:spPr>
        <p:txBody>
          <a:bodyPr wrap="none" lIns="102108" tIns="42545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PHASE</a:t>
            </a:r>
            <a:endParaRPr lang="en-US" sz="600" dirty="0"/>
          </a:p>
        </p:txBody>
      </p:sp>
      <p:sp>
        <p:nvSpPr>
          <p:cNvPr id="21" name="Text 13"/>
          <p:cNvSpPr/>
          <p:nvPr/>
        </p:nvSpPr>
        <p:spPr>
          <a:xfrm>
            <a:off x="4929188" y="1675209"/>
            <a:ext cx="3571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Integrasi Lanjutan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4929188" y="1868091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Menambahkan GPS lokasi pengguna dan data prakiraan beberapa hari.</a:t>
            </a:r>
            <a:endParaRPr lang="en-US" sz="850" dirty="0"/>
          </a:p>
        </p:txBody>
      </p:sp>
      <p:sp>
        <p:nvSpPr>
          <p:cNvPr id="23" name="Shape 15"/>
          <p:cNvSpPr/>
          <p:nvPr/>
        </p:nvSpPr>
        <p:spPr>
          <a:xfrm>
            <a:off x="4929188" y="2353866"/>
            <a:ext cx="760809" cy="151805"/>
          </a:xfrm>
          <a:prstGeom prst="roundRect">
            <a:avLst/>
          </a:prstGeom>
          <a:solidFill>
            <a:srgbClr val="E8F0FE"/>
          </a:solidFill>
          <a:ln/>
        </p:spPr>
      </p:sp>
      <p:sp>
        <p:nvSpPr>
          <p:cNvPr id="24" name="Text 16"/>
          <p:cNvSpPr/>
          <p:nvPr/>
        </p:nvSpPr>
        <p:spPr>
          <a:xfrm>
            <a:off x="4929188" y="2353866"/>
            <a:ext cx="760809" cy="151805"/>
          </a:xfrm>
          <a:prstGeom prst="rect">
            <a:avLst/>
          </a:prstGeom>
          <a:noFill/>
          <a:ln/>
        </p:spPr>
        <p:txBody>
          <a:bodyPr wrap="none" lIns="102108" tIns="42545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OPTIMIZATION</a:t>
            </a:r>
            <a:endParaRPr lang="en-US" sz="600" dirty="0"/>
          </a:p>
        </p:txBody>
      </p:sp>
      <p:sp>
        <p:nvSpPr>
          <p:cNvPr id="25" name="Text 17"/>
          <p:cNvSpPr/>
          <p:nvPr/>
        </p:nvSpPr>
        <p:spPr>
          <a:xfrm>
            <a:off x="4929188" y="2577108"/>
            <a:ext cx="3571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Peningkatan Fitur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4929188" y="2769989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Menambah notifikasi cuaca ekstrem, riwayat kota favorit, dan cache data terakhir.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4929188" y="3255764"/>
            <a:ext cx="664369" cy="151805"/>
          </a:xfrm>
          <a:prstGeom prst="roundRect">
            <a:avLst/>
          </a:prstGeom>
          <a:solidFill>
            <a:srgbClr val="E8F0FE"/>
          </a:solidFill>
          <a:ln/>
        </p:spPr>
      </p:sp>
      <p:sp>
        <p:nvSpPr>
          <p:cNvPr id="28" name="Text 20"/>
          <p:cNvSpPr/>
          <p:nvPr/>
        </p:nvSpPr>
        <p:spPr>
          <a:xfrm>
            <a:off x="4929188" y="3255764"/>
            <a:ext cx="664369" cy="151805"/>
          </a:xfrm>
          <a:prstGeom prst="rect">
            <a:avLst/>
          </a:prstGeom>
          <a:noFill/>
          <a:ln/>
        </p:spPr>
        <p:txBody>
          <a:bodyPr wrap="none" lIns="102108" tIns="42545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SCALABILITY</a:t>
            </a:r>
            <a:endParaRPr lang="en-US" sz="600" dirty="0"/>
          </a:p>
        </p:txBody>
      </p:sp>
      <p:sp>
        <p:nvSpPr>
          <p:cNvPr id="29" name="Text 21"/>
          <p:cNvSpPr/>
          <p:nvPr/>
        </p:nvSpPr>
        <p:spPr>
          <a:xfrm>
            <a:off x="4929188" y="3479006"/>
            <a:ext cx="3571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Ekspansi Platform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4929188" y="3671888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Mempersiapkan build Android/iOS serta perluasan cakupan ke provinsi lain.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911846" y="785813"/>
            <a:ext cx="5320308" cy="3571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340471" y="1214438"/>
            <a:ext cx="446305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Terima Kasih!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340471" y="1914525"/>
            <a:ext cx="446305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Sesi Tanya Jawab &amp; Diskusi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340471" y="2478881"/>
            <a:ext cx="4463058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Jabar Weather Index - Informasi cuaca praktis untuk warga Jawa Barat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081" y="2959298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40471" y="3259336"/>
            <a:ext cx="141982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Rizky Faza / 2142901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896" y="2959298"/>
            <a:ext cx="221456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46041" y="3259336"/>
            <a:ext cx="132516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Native Expo + Firebase + OpenWeatherMap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943" y="2959298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56957" y="3259336"/>
            <a:ext cx="11465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Repository: uas-rizkyfaza-2142901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2340471" y="3791545"/>
            <a:ext cx="446305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Proyek Akhir Mata Kuliah Mobile Programming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Jabar Weather Index - Proyek Akhir Mobile Programming</dc:title>
  <dc:subject>Presentasi aplikasi informasi cuaca dan indeks kenyamanan Jawa Barat</dc:subject>
  <dc:creator>PptxGenJS</dc:creator>
  <cp:lastModifiedBy>PptxGenJS</cp:lastModifiedBy>
  <cp:revision>1</cp:revision>
  <dcterms:created xsi:type="dcterms:W3CDTF">2026-05-18T22:22:49Z</dcterms:created>
  <dcterms:modified xsi:type="dcterms:W3CDTF">2026-07-09T00:07:20Z</dcterms:modified>
  <dc:description>Deck proyek akhir untuk aplikasi React Native Expo berbasis OpenWeatherMap dan Firebase.</dc:description>
</cp:coreProperties>
</file>